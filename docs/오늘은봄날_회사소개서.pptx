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시안 제시까지 걸리는 기간(일)</c:v>
                </c:pt>
              </c:strCache>
            </c:strRef>
          </c:tx>
          <c:spPr>
            <a:solidFill>
              <a:srgbClr val="C6CC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01B33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6CCD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5C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일반 영상 외주 제작</c:v>
                  </c:pt>
                  <c:pt idx="1">
                    <c:v>오늘은 봄날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01B33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1B33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b"/>
        <c:majorGridlines>
          <c:spPr>
            <a:ln w="12700" cap="flat">
              <a:solidFill>
                <a:srgbClr val="EDEF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회사명과 한 줄 정의, 사업영역 3종, 여성기업 자격, 연락처.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사업영역 네 가지를 한 화면에. 상세는 뒤에서 각각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ul-bomnal/assets/deck/eyewall.jp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rcRect l="0" r="0" t="0" b="0"/>
          <a:stretch/>
        </p:blipFill>
        <p:spPr>
          <a:xfrm>
            <a:off x="0" y="4160520"/>
            <a:ext cx="12161520" cy="2697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160520"/>
            <a:ext cx="12161520" cy="822960"/>
          </a:xfrm>
          <a:prstGeom prst="rect">
            <a:avLst/>
          </a:prstGeom>
          <a:solidFill>
            <a:srgbClr val="101B33">
              <a:alpha val="70000"/>
            </a:srgbClr>
          </a:solidFill>
          <a:ln w="12700">
            <a:solidFill>
              <a:srgbClr val="101B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MEDIA ART STUDIO · DAEGU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22960" y="14173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봄날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22960" y="2606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D6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미디어아트를 코드로 만드는 AI 기업입니다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2960" y="3154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미디어파사드 콘텐츠 제작  ·  LED 패널 · 전광판 설치  ·  빔프로젝터 미디어파사드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70332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03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여성기업 · 대구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010-4292-1999   |   studio@publicbloom.art   |   publicbloom.art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콘텐츠부터 화면 자체까지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봄날은 대구광역시 수성구에 있는 여성기업이자 AI 미디어아트 기업입니다.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미디어아트를 영상 편집이 아니라 코드로 만들고, LED 패널·전광판 설치와 빔프로젝터 미디어파사드 시공까지 직접 수행합니다.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90088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5387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· 코드 기반 미디어아트 제작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251960"/>
            <a:ext cx="1965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편집이 아니라 코드로 만듭니다. 현장 화면 비율·해상도에 맞춰 다시 출력할 수 있고, 데이터를 연결하면 화면이 매일 달라집니다.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269748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94760" y="2990088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94760" y="35387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제작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94760" y="4251960"/>
            <a:ext cx="1965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시안 3종을 요청 후 1일 이내에 제시합니다. 영상 외주 제작이 통상 5일 걸리는 것과 비교되는 지점입니다.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269748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29400" y="2990088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35387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패널 · LED 전광판 설치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9400" y="4251960"/>
            <a:ext cx="1965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로비 미디어월, 외벽 전광판, 세로형 사이니지를 사양 산정부터 공급·설치·배선까지 직접 시공합니다.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44000" y="269748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64040" y="2990088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6404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464040" y="35387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빔프로젝터 미디어파사드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464040" y="4251960"/>
            <a:ext cx="1965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외벽과 전시장 벽면에 빔프로젝터를 설치하고 프로젝션 매핑으로 미디어파사드를 만듭니다.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발주처가 겪던 세 가지가 사라집니다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84048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377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여성기업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05840" y="33832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공공기관 우선구매 대상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93192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여성기업 확인서와 직접생산확인증명서를 보유해 우선구매와 중소기업자간 경쟁입찰에 바로 참여합니다. 회계연도 기준 견적서를 즉시 발행합니다.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520440" cy="384048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00600" y="2377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800600" y="33832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시안 3종 제시까지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393192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외주 제작이 통상 5일 걸리는 데 비해 짧습니다. 미디어아트를 코드로 만들기 때문에 기획·카피·비주얼을 한 번에 생성합니다.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1920240"/>
            <a:ext cx="3520440" cy="384048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95360" y="2377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계약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8595360" y="33832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콘텐츠와 시공을 한 업체가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95360" y="393192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발주에서 콘텐츠 업체와 시공 업체가 쪼개집니다. 오늘은 봄날에서는 쪼개지지 않아 담당자가 사이에서 조율할 일이 없습니다.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6035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미디어아트를 코드로 만듭니다</a:t>
            </a:r>
            <a:endParaRPr lang="en-US" sz="2800" dirty="0"/>
          </a:p>
        </p:txBody>
      </p:sp>
      <p:pic>
        <p:nvPicPr>
          <p:cNvPr id="4" name="Image 0" descr="/home/user/oneul-bomnal/assets/deck/flowribb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457200"/>
            <a:ext cx="4983480" cy="28072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37960" y="336499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流帶 · 결결 — 로비 LED 미디어월용 자체 제작 작품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미디어아트를 영상 편집기가 아니라 코드로 만듭니다. 화면마다 비율·해상도·길이가 다른 사이니지 현장에서, 코드는 같은 작품을 현장 규격에 맞춰 다시 뽑아낼 수 있습니다. 영상 파일 하나로 끝나는 외주 제작과 다른 점이 여기 있습니다.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01B33"/>
          </a:solidFill>
          <a:ln w="12700">
            <a:solidFill>
              <a:srgbClr val="101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07008" y="32095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작품을 다시 출력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07008" y="352044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32:9 · 16:9 · 9:16 · 비정형 벽면까지 현장 규격에 맞춰 재출력. 화면이 바뀌어도 새로 만들지 않습니다.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01B33"/>
          </a:solidFill>
          <a:ln w="12700">
            <a:solidFill>
              <a:srgbClr val="101B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07008" y="428853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데이터를 연결하면 매일 달라짐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07008" y="459943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 API와 기관 보유 DB를 연결해 날씨·대기질·방문자 수가 화면에 반영됩니다.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5404104"/>
            <a:ext cx="420624" cy="420624"/>
          </a:xfrm>
          <a:prstGeom prst="ellipse">
            <a:avLst/>
          </a:prstGeom>
          <a:solidFill>
            <a:srgbClr val="101B33"/>
          </a:solidFill>
          <a:ln w="12700">
            <a:solidFill>
              <a:srgbClr val="101B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5404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07008" y="53675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승인본과 납품본이 어긋나지 않음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207008" y="5678424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결정론적으로 짜기 때문에 같은 시드·같은 캔버스에서 언제나 같은 결과가 나옵니다.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시안 3종이 하루 안에 나옵니다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 CI·컬러·서체·금기 표현을 제작 기준으로 미리 등록해 두고, 기획·카피·비주얼·송출 코드를 한 번에 만듭니다.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후 상시 운영 현장은 원격으로 교체하므로 현장 방문이 필요하지 않습니다.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697480"/>
          <a:ext cx="6035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2834640"/>
            <a:ext cx="44805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60920" y="29626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시안 3종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60920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후 1일 이내 제시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40880" y="3803904"/>
            <a:ext cx="44805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6092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배포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60920" y="4233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후 현장 방문 불필요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040880" y="4773168"/>
            <a:ext cx="44805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60920" y="49011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교체 운영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60920" y="5202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계절·행사별 콘텐츠 교체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6858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전광판을 직접 설치합니다</a:t>
            </a:r>
            <a:endParaRPr lang="en-US" sz="3200" dirty="0"/>
          </a:p>
        </p:txBody>
      </p:sp>
      <p:pic>
        <p:nvPicPr>
          <p:cNvPr id="4" name="Image 0" descr="/home/user/oneul-bomnal/assets/works/gumico-led-outdo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83080"/>
            <a:ext cx="3886200" cy="29169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7731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구미코 외벽 LED — 대형 LED 패널 콘텐츠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전광판 설치는 LED 모듈을 구조물에 고정하고 배선·전원·제어기를 연결해 하나의 화면으로 만드는 공사입니다.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크기와 보는 거리에 따라 픽셀 피치와 밝기가 달라지므로 실측 후 사양을 확정합니다.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83464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14400" y="29443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로비 LED 미디어월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323697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관공서·기업 로비 상시 화면. 가까이서 보므로 촘촘한 사양이 필요합니다.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" y="3721608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383133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외벽 LED 전광판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14400" y="412394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시인성 밝기, 옥외 방수·방진, 구조 보강이 관건입니다.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" y="4608576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14400" y="471830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세로형 LED 사이니지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14400" y="501091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사이니지와 겸용. 기존 화면을 미디어아트 화면으로 함께 운용합니다.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5495544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F7F8FA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14400" y="56052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패널 활용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14400" y="58978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설치된 화면이 있으면 해상도·입력 규격에 맞춰 콘텐츠만 제작합니다.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ul-bomnal/assets/works/andong-station-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09360" y="10515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04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309360" y="13716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빔프로젝터로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건물을 화면으로 바꿉니다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309360" y="288036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FD6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미디어파사드는 건물 외벽이나 전시장 벽면 자체를 하나의 큰 화면으로 쓰는 방식입니다. 화면 장치를 새로 달지 않고 빔프로젝터로 쏘기 때문에, 건물을 손대지 않고 밤에만 화면으로 바꿀 수 있습니다.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09360" y="420624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실측 · 프로젝터 대수와 밝기 산정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형태에 맞춘 프로젝션 매핑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축제 · 개관 · 전시 단기 설치와 철거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일몰 기준 상시 상영 스케줄 운영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0040" y="6355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D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안동 문화플랫폼 모디684 — 야외 건물 미디어파사드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FITS WHERE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종류가 다르면 영상도 달라집니다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16:9로 만든 영상을 32:9 화면에 올리면 좌우가 비거나 위아래가 잘립니다. 보는 거리도 다릅니다.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97480" cy="356616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pic>
        <p:nvPicPr>
          <p:cNvPr id="6" name="Image 0" descr="/home/user/oneul-bomnal/assets/deck/eyewa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" y="2450592"/>
            <a:ext cx="2368296" cy="1325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391363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외벽 대형 LED 전광판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6112" y="4480560"/>
            <a:ext cx="2185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가로로 긴 띠형 화면 (예: 32:9)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96112" y="48280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멀리서 스쳐 보는 화면. 글자보다 색과 움직임으로 읽히는 추상 영상이 맞습니다.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547872" y="2286000"/>
            <a:ext cx="2697480" cy="356616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pic>
        <p:nvPicPr>
          <p:cNvPr id="11" name="Image 1" descr="/home/user/oneul-bomnal/assets/deck/flowribbon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12464" y="2450592"/>
            <a:ext cx="2368296" cy="1325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03904" y="391363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관공서·기업 로비 LED 미디어월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803904" y="4480560"/>
            <a:ext cx="2185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16:9 대형 화면 상시 재생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803904" y="48280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머무는 사람이 보는 화면. 천천히 흐르는 컬러 무빙과 기관 데이터 시각화가 맞습니다.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55664" y="2286000"/>
            <a:ext cx="2697480" cy="356616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pic>
        <p:nvPicPr>
          <p:cNvPr id="16" name="Image 2" descr="/home/user/oneul-bomnal/assets/works/gumico-signage-yeongcha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20256" y="2450592"/>
            <a:ext cx="2368296" cy="1325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11696" y="391363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세로형 LED 사이니지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711696" y="4480560"/>
            <a:ext cx="2185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9:16 세로 화면 · 안내 사이니지 겸용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6711696" y="48280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화면과 번갈아 트는 짧은 작품. 세로 구도로 다시 출력합니다.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9363456" y="2286000"/>
            <a:ext cx="2697480" cy="356616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pic>
        <p:nvPicPr>
          <p:cNvPr id="21" name="Image 3" descr="/home/user/oneul-bomnal/assets/works/gbe-gumico-exhib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528048" y="2450592"/>
            <a:ext cx="2368296" cy="1325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19488" y="391363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외벽 빔프로젝터 미디어파사드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619488" y="4480560"/>
            <a:ext cx="2185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형태에 맞춘 프로젝션 매핑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619488" y="48280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야간 상영. 건물 창·기둥 위치를 피해 매핑한 대형 영상.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실측에서 상영까지, 같은 계약 안에서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3035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크기와 굴곡, 주변 조도, 관람 동선, 전기 용량, 설치면 하중을 잽니다. 여기서 프로젝터 대수 또는 LED 사양이 정해집니다.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64408" y="34747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C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74720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94760" y="2468880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94760" y="3035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· 시안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94760" y="3520440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매핑 면 또는 화면 규격을 확정하고, 기관 CI를 반영한 시안 3종을 1일 이내에 제시합니다.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099048" y="34747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C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09360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29400" y="2468880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3035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· 제작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29400" y="3520440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프로젝터 설치와 매핑, 또는 LED 구조 보강·모듈 설치·배선을 진행하고 확정 화면 규격으로 콘텐츠를 출력합니다.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33688" y="34747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C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144000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64040" y="2468880"/>
            <a:ext cx="420624" cy="420624"/>
          </a:xfrm>
          <a:prstGeom prst="ellipse">
            <a:avLst/>
          </a:prstGeom>
          <a:solidFill>
            <a:srgbClr val="101B33"/>
          </a:solidFill>
          <a:ln w="12700">
            <a:solidFill>
              <a:srgbClr val="101B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6404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464040" y="3035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상영 · 운영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464040" y="3520440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상영 스케줄을 관리하고 계절·행사별로 콘텐츠를 교체합니다. 이상이 생기면 원격으로 조치합니다.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57150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실측 없이 산정한 견적은 대부분 틀립니다. 현장을 먼저 보고 확정한 뒤 회계연도 기준 견적서를 발행합니다.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DELIVERABLES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원하시는 형태로 드립니다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1907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작품이라도 현장 사정에 따라 필요한 형태가 다릅니다. 세 가지 중에 고르시면 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715768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715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4K 영상 파일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88620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재생 장비에 그대로 올리는 mp4. 화면 비율과 길이를 현장 규격에 맞춰 출력합니다.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34840" y="23317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2715768"/>
            <a:ext cx="420624" cy="420624"/>
          </a:xfrm>
          <a:prstGeom prst="ellipse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715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구동 코드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00600" y="388620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플레이어에서 코드가 직접 돌아, 날씨·대기질·기관 데이터에 따라 화면이 매일 달라집니다.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0" y="23317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0" y="2715768"/>
            <a:ext cx="420624" cy="420624"/>
          </a:xfrm>
          <a:prstGeom prst="ellipse">
            <a:avLst/>
          </a:prstGeom>
          <a:solidFill>
            <a:srgbClr val="101B33"/>
          </a:solidFill>
          <a:ln w="12700">
            <a:solidFill>
              <a:srgbClr val="101B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2715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9536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화면까지 포함한 설치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388620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패널·전광판 설치 또는 빔프로젝터 미디어파사드 시공과 콘텐츠를 한 계약으로 납품합니다.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아직 없는 현장은 LED 설치 또는 빔프로젝터 시공까지 한 계약으로 진행합니다.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영남권 공공 현장에서 켜져 있는 화면들</a:t>
            </a:r>
            <a:endParaRPr lang="en-US" sz="3200" dirty="0"/>
          </a:p>
        </p:txBody>
      </p:sp>
      <p:pic>
        <p:nvPicPr>
          <p:cNvPr id="4" name="Image 0" descr="/home/user/oneul-bomnal/assets/works/busan-songdo-wav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3520440" cy="1417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2735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부산 서구청 · 송도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35295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대형 벽면 미디어파사드</a:t>
            </a:r>
            <a:endParaRPr lang="en-US" sz="1000" dirty="0"/>
          </a:p>
        </p:txBody>
      </p:sp>
      <p:pic>
        <p:nvPicPr>
          <p:cNvPr id="7" name="Image 1" descr="/home/user/oneul-bomnal/assets/works/daegu-student-cente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34840" y="1783080"/>
            <a:ext cx="3520440" cy="1417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34840" y="32735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대구학생문화센터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434840" y="35295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로비 LED 월 미디어아트</a:t>
            </a:r>
            <a:endParaRPr lang="en-US" sz="1000" dirty="0"/>
          </a:p>
        </p:txBody>
      </p:sp>
      <p:pic>
        <p:nvPicPr>
          <p:cNvPr id="10" name="Image 2" descr="/home/user/oneul-bomnal/assets/works/gumi-summer-nigh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783080"/>
            <a:ext cx="3520440" cy="1417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0" y="32735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구미 썸머나잇 페스티벌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229600" y="35295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야외 건물 미디어파사드</a:t>
            </a:r>
            <a:endParaRPr lang="en-US" sz="1000" dirty="0"/>
          </a:p>
        </p:txBody>
      </p:sp>
      <p:pic>
        <p:nvPicPr>
          <p:cNvPr id="13" name="Image 3" descr="/home/user/oneul-bomnal/assets/works/gbe-gumico-exhib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3931920"/>
            <a:ext cx="3520440" cy="1417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40080" y="54223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경북교육청 · 구미코 전시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640080" y="56784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전시장 미디어파사드</a:t>
            </a:r>
            <a:endParaRPr lang="en-US" sz="1000" dirty="0"/>
          </a:p>
        </p:txBody>
      </p:sp>
      <p:pic>
        <p:nvPicPr>
          <p:cNvPr id="16" name="Image 4" descr="/home/user/oneul-bomnal/assets/works/gumico-signage-yeongchae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34840" y="3931920"/>
            <a:ext cx="3520440" cy="1417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434840" y="54223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구미코 · 로비 사이니지</a:t>
            </a:r>
            <a:endParaRPr lang="en-US" sz="1200" dirty="0"/>
          </a:p>
        </p:txBody>
      </p:sp>
      <p:sp>
        <p:nvSpPr>
          <p:cNvPr id="18" name="Text 11"/>
          <p:cNvSpPr/>
          <p:nvPr/>
        </p:nvSpPr>
        <p:spPr>
          <a:xfrm>
            <a:off x="4434840" y="56784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세로형 LED 사이니지</a:t>
            </a:r>
            <a:endParaRPr lang="en-US" sz="1000" dirty="0"/>
          </a:p>
        </p:txBody>
      </p:sp>
      <p:pic>
        <p:nvPicPr>
          <p:cNvPr id="19" name="Image 5" descr="/home/user/oneul-bomnal/assets/works/andong-station-facade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0" y="3931920"/>
            <a:ext cx="3520440" cy="141732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229600" y="54223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안동 · 모디684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8229600" y="56784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야외 건물 미디어파사드</a:t>
            </a:r>
            <a:endParaRPr lang="en-US" sz="1000" dirty="0"/>
          </a:p>
        </p:txBody>
      </p:sp>
      <p:sp>
        <p:nvSpPr>
          <p:cNvPr id="22" name="Text 14"/>
          <p:cNvSpPr/>
          <p:nvPr/>
        </p:nvSpPr>
        <p:spPr>
          <a:xfrm>
            <a:off x="640080" y="60533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93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현장은 상상연필과 함께 수행한 레퍼런스입니다. 오늘은 봄날 명의의 납품 실적은 대구 북구청 사이니지 미디어아트 3편이며, 입찰·수의계약용 실적증명서는 요청 시 발송합니다.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412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 발주에 바로 대응합니다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1907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여성기업이므로 공공기관 우선구매 대상이며, 직접생산확인증명서로 중소기업자간 경쟁입찰에 즉시 참여합니다.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0F6FC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87552" y="2514600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여성기업 확인서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825496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제0113-2025-35456호   ·   유효 2025.11.07 ~ 2028.11.06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87552" y="3099816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공공기관 우선구매 대상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2331720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56832" y="2514600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직접생산확인증명서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56832" y="2825496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제2025-0495-02141호   ·   유효 2025.10.29 ~ 2027.10.28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56832" y="3099816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동영상제작서비스 · 중소기업자간 경쟁입찰 참여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822192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87552" y="4005072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비디오물제작업 신고증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7552" y="4315968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제2025-000019호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87552" y="459028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영상물 제작업 등록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3822192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56832" y="4005072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방송영상독립제작사 신고증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56832" y="4315968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제12235호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56832" y="459028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방송영상 독립제작사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7F8FA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33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55321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B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지역   대구광역시 · 경상북도 · 부산광역시 · 경상남도 · 울산광역시      |      대구·경북 우선, 부산·경남·울산까지 시공. 그 외 지역은 협의.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155680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 한 장이면 검토가 시작됩니다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FD6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장소와 벽면 · 화면 크기, 일정만 알려주시면 실측 후 회계연도 기준 견적서를 보내드립니다.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FD6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여성기업 확인서와 직접생산확인증명서를 함께 발행합니다.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468880" y="3520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959352"/>
            <a:ext cx="5349240" cy="0"/>
          </a:xfrm>
          <a:prstGeom prst="line">
            <a:avLst/>
          </a:prstGeom>
          <a:noFill/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35204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38160" y="3520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010-4292-1999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92240" y="3959352"/>
            <a:ext cx="5349240" cy="0"/>
          </a:xfrm>
          <a:prstGeom prst="line">
            <a:avLst/>
          </a:prstGeom>
          <a:noFill/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1788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417880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studio@publicbloom.art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617720"/>
            <a:ext cx="5349240" cy="0"/>
          </a:xfrm>
          <a:prstGeom prst="line">
            <a:avLst/>
          </a:prstGeom>
          <a:noFill/>
          <a:ln w="12700">
            <a:solidFill>
              <a:srgbClr val="2C3A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41788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417880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publicbloom.art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92240" y="4617720"/>
            <a:ext cx="5349240" cy="0"/>
          </a:xfrm>
          <a:prstGeom prst="line">
            <a:avLst/>
          </a:prstGeom>
          <a:noFill/>
          <a:ln w="12700">
            <a:solidFill>
              <a:srgbClr val="2C3A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3717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68880" y="483717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대구광역시 수성구 동대구로 250, 102동 1층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276088"/>
            <a:ext cx="5349240" cy="0"/>
          </a:xfrm>
          <a:prstGeom prst="line">
            <a:avLst/>
          </a:prstGeom>
          <a:noFill/>
          <a:ln w="12700">
            <a:solidFill>
              <a:srgbClr val="2C3A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483717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5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사업자등록번호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138160" y="483717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575-19-00976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92240" y="5276088"/>
            <a:ext cx="5349240" cy="0"/>
          </a:xfrm>
          <a:prstGeom prst="line">
            <a:avLst/>
          </a:prstGeom>
          <a:noFill/>
          <a:ln w="12700">
            <a:solidFill>
              <a:srgbClr val="2C3A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봄날   ·   AI 미디어아트 기업   ·   대구 여성기업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오늘은 봄날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오늘은 봄날 회사소개서</dc:title>
  <dc:subject>PptxGenJS Presentation</dc:subject>
  <dc:creator>오늘은 봄날</dc:creator>
  <cp:lastModifiedBy>오늘은 봄날</cp:lastModifiedBy>
  <cp:revision>1</cp:revision>
  <dcterms:created xsi:type="dcterms:W3CDTF">2026-08-23T16:39:44Z</dcterms:created>
  <dcterms:modified xsi:type="dcterms:W3CDTF">2026-08-23T16:39:44Z</dcterms:modified>
</cp:coreProperties>
</file>